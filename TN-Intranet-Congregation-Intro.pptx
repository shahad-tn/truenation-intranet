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congregation. Introduce the intranet as a new tool that serves all True Nation staff across every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intranet is a private digital space for staff — not the public website. Only accessible with a @truenation.org Google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Members Directory is the core of the intranet. Everyone with a @truenation.org account has a profile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Dashboard is the most personal part of the intranet. It uses the logged-in user's Google account to show their specific info.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branch has its own section with department pages, sub-group info, and team leads. Staff can find their department and navigate to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not everything is live yet. The intranet is actively being built and will grow over time. Encourage staff to keep checking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encouragement. The intranet is a living tool that will expand as the community grows. Staff login = their @truenation.org Google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NATION COMMUNITY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800" b="1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NATION</a:t>
            </a:r>
            <a:endParaRPr lang="en-US" sz="6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800" b="1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INTRANET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65760" y="34564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Our Community — Across Every Campus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· 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2793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60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1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INTRANET?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members-only platform for True Nation staff.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47472" cy="347472"/>
          </a:xfrm>
          <a:prstGeom prst="ellipse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261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0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Central 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staff needs — in one place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47472" cy="347472"/>
          </a:xfrm>
          <a:prstGeom prst="ellipse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975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0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to You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dashboard shows your info, your team, your events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347472" cy="347472"/>
          </a:xfrm>
          <a:prstGeom prst="ellipse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6883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0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Device, Any Campus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9077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from Los Angeles to Manila to Ghana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347472" cy="347472"/>
          </a:xfrm>
          <a:prstGeom prst="ellipse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38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401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0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Only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6210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@truenation.org account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237744"/>
            <a:ext cx="2944368" cy="4553712"/>
          </a:xfrm>
          <a:prstGeom prst="roundRect">
            <a:avLst>
              <a:gd name="adj" fmla="val 3727"/>
            </a:avLst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548640"/>
            <a:ext cx="27614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</a:t>
            </a:r>
            <a:endParaRPr lang="en-US" sz="3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</a:t>
            </a:r>
            <a:endParaRPr lang="en-US" sz="3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3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6858000" y="2697480"/>
            <a:ext cx="1280160" cy="4572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285292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B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for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B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Nation community.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53328" y="37490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truenation.org/intranet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7C1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True Nation staff member — searchable, in one 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" y="157276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Profiles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810512"/>
            <a:ext cx="376732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branch, department, and campus — all in one card.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2896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82896" y="157276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82896" y="1810512"/>
            <a:ext cx="376732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name, department, branch, or campus.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5216" y="352044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Information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" y="3758184"/>
            <a:ext cx="376732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details, profile photo, ministry interests, and more.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82896" y="352044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2896" y="3758184"/>
            <a:ext cx="376732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update their own info through My Profile.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1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landing page — shows YOUR information, no one else's.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" y="16459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883664"/>
            <a:ext cx="23957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branch &amp; campus at a glance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38144" y="16459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38144" y="1883664"/>
            <a:ext cx="23957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requests, forms, and more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307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91072" y="16459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Department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883664"/>
            <a:ext cx="23957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dept, role, and team leads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40782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" y="34290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" y="3666744"/>
            <a:ext cx="38221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filtered to your campus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2971800"/>
            <a:ext cx="407822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64608" y="34290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0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3666744"/>
            <a:ext cx="382219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info current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1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full org structure — by branch, department, and sub-group.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3520440"/>
          </a:xfrm>
          <a:prstGeom prst="roundRect">
            <a:avLst>
              <a:gd name="adj" fmla="val 4762"/>
            </a:avLst>
          </a:prstGeom>
          <a:solidFill>
            <a:srgbClr val="6B1111"/>
          </a:solidFill>
          <a:ln w="12700">
            <a:solidFill>
              <a:srgbClr val="6B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BISHOPS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4140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Overseers of all campuses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1005840" cy="36576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472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Bishops  ·  6 Campuses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1920240" cy="3520440"/>
          </a:xfrm>
          <a:prstGeom prst="roundRect">
            <a:avLst>
              <a:gd name="adj" fmla="val 4762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3898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2029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APOSTLES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651760" y="24140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&amp; Ministries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3291840"/>
            <a:ext cx="1005840" cy="36576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34472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Departments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1920240" cy="3520440"/>
          </a:xfrm>
          <a:prstGeom prst="roundRect">
            <a:avLst>
              <a:gd name="adj" fmla="val 4762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3898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63440" y="2029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DEACONS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54880" y="24140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Resources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3291840"/>
            <a:ext cx="1005840" cy="36576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4472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Departments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188720"/>
            <a:ext cx="1920240" cy="3520440"/>
          </a:xfrm>
          <a:prstGeom prst="roundRect">
            <a:avLst>
              <a:gd name="adj" fmla="val 4762"/>
            </a:avLst>
          </a:prstGeom>
          <a:solidFill>
            <a:srgbClr val="7A5200"/>
          </a:solidFill>
          <a:ln w="12700">
            <a:solidFill>
              <a:srgbClr val="7A52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3898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66560" y="2029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58000" y="24140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Righteousness &amp; Counseling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23760" y="3291840"/>
            <a:ext cx="1005840" cy="36576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4472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Departments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34840" cy="5143500"/>
          </a:xfrm>
          <a:prstGeom prst="rect">
            <a:avLst/>
          </a:prstGeom>
          <a:solidFill>
            <a:srgbClr val="7C1316"/>
          </a:solidFill>
          <a:ln w="12700">
            <a:solidFill>
              <a:srgbClr val="7C1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3108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C99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NOW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50976"/>
            <a:ext cx="274320" cy="274320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50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9509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Directory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274320" cy="274320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16642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Dashboard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274320" cy="274320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" y="237744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Department Pages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274320" cy="274320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Editor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31089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7C1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SOON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237744" cy="237744"/>
          </a:xfrm>
          <a:prstGeom prst="ellipse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914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calendar integration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499616"/>
            <a:ext cx="237744" cy="237744"/>
          </a:xfrm>
          <a:prstGeom prst="ellipse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499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1499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 submissions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2084832"/>
            <a:ext cx="237744" cy="237744"/>
          </a:xfrm>
          <a:prstGeom prst="ellipse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084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facilities request forms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2670048"/>
            <a:ext cx="237744" cy="237744"/>
          </a:xfrm>
          <a:prstGeom prst="ellipse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670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bio pages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3255264"/>
            <a:ext cx="237744" cy="237744"/>
          </a:xfrm>
          <a:prstGeom prst="ellipse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255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dept resources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462272"/>
            <a:ext cx="8595360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features are active yet  ·  Expect updates and new features regularly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C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ACCESS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" cy="40233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your @truenation.org Google account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402336" cy="40233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True Nation intranet link (shared by IT)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402336" cy="402336"/>
          </a:xfrm>
          <a:prstGeom prst="ellipse">
            <a:avLst/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706624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land on the Home page — click 'My Dashboard' for your personal view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C9972C"/>
          </a:solidFill>
          <a:ln w="12700">
            <a:solidFill>
              <a:srgbClr val="C997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364992"/>
            <a:ext cx="4681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1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IT — Shahad or the IT Department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C99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intranet grows with us.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 Nation Intranet — Congregation Introduction</dc:title>
  <dc:subject>PptxGenJS Presentation</dc:subject>
  <dc:creator>PptxGenJS</dc:creator>
  <cp:lastModifiedBy>PptxGenJS</cp:lastModifiedBy>
  <cp:revision>1</cp:revision>
  <dcterms:created xsi:type="dcterms:W3CDTF">2026-07-03T16:33:41Z</dcterms:created>
  <dcterms:modified xsi:type="dcterms:W3CDTF">2026-07-03T16:33:41Z</dcterms:modified>
</cp:coreProperties>
</file>