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548640"/>
            <a:ext cx="2926080" cy="2926080"/>
          </a:xfrm>
          <a:prstGeom prst="ellipse">
            <a:avLst/>
          </a:prstGeom>
          <a:solidFill>
            <a:srgbClr val="C9972C">
              <a:alpha val="12000"/>
            </a:srgbClr>
          </a:solidFill>
          <a:ln w="12700">
            <a:solidFill>
              <a:srgbClr val="C9972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91440"/>
            <a:ext cx="2011680" cy="2011680"/>
          </a:xfrm>
          <a:prstGeom prst="ellipse">
            <a:avLst/>
          </a:prstGeom>
          <a:solidFill>
            <a:srgbClr val="C9972C">
              <a:alpha val="20000"/>
            </a:srgbClr>
          </a:solidFill>
          <a:ln w="12700">
            <a:solidFill>
              <a:srgbClr val="C9972C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200" kern="0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 YOUR FAMILY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C99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Get Set Up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Nation Israelite Congregation  ·  Staff Orientation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WE 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023360" cy="64008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3D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covenant community grounded in truth — building families and raising righteous generations across the globe.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097280" cy="822960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3063240"/>
            <a:ext cx="1097280" cy="822960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28800" y="3520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0" y="3063240"/>
            <a:ext cx="1097280" cy="822960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108960" y="3520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0" cy="3017520"/>
          </a:xfrm>
          <a:prstGeom prst="line">
            <a:avLst/>
          </a:prstGeom>
          <a:noFill/>
          <a:ln w="12700">
            <a:solidFill>
              <a:srgbClr val="F2E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5 CAMPUSES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691640"/>
            <a:ext cx="109728" cy="109728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6002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Angeles, CA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  —  Bishop Tazayawan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2221992"/>
            <a:ext cx="109728" cy="109728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13055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Detroit, MI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 —  Bishop Yahzeqel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752344"/>
            <a:ext cx="109728" cy="109728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66090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Macon, GA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 —  Bishop Yahzeqel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282696"/>
            <a:ext cx="109728" cy="109728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19125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 —  Bishop Banayah (liaison)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3813048"/>
            <a:ext cx="109728" cy="109728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72160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 —  Bishop Izar (liaison)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D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campus is united under one covenant — one truth, one family.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WE'RE ORGANIZED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2377440"/>
          </a:xfrm>
          <a:prstGeom prst="rect">
            <a:avLst/>
          </a:prstGeom>
          <a:solidFill>
            <a:srgbClr val="2A1214"/>
          </a:solidFill>
          <a:ln w="12700">
            <a:solidFill>
              <a:srgbClr val="2A121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BISHOPS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1188720" cy="0"/>
          </a:xfrm>
          <a:prstGeom prst="line">
            <a:avLst/>
          </a:prstGeom>
          <a:noFill/>
          <a:ln w="19050">
            <a:solidFill>
              <a:srgbClr val="C99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Oversight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2286000"/>
            <a:ext cx="256032" cy="0"/>
          </a:xfrm>
          <a:prstGeom prst="line">
            <a:avLst/>
          </a:prstGeom>
          <a:noFill/>
          <a:ln w="25400">
            <a:solidFill>
              <a:srgbClr val="C997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2032" y="1097280"/>
            <a:ext cx="1828800" cy="237744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234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APOSTLES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62072" y="1920240"/>
            <a:ext cx="1188720" cy="0"/>
          </a:xfrm>
          <a:prstGeom prst="line">
            <a:avLst/>
          </a:prstGeom>
          <a:noFill/>
          <a:ln w="19050">
            <a:solidFill>
              <a:srgbClr val="C997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2011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Teaching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0832" y="2286000"/>
            <a:ext cx="256032" cy="0"/>
          </a:xfrm>
          <a:prstGeom prst="line">
            <a:avLst/>
          </a:prstGeom>
          <a:noFill/>
          <a:ln w="25400">
            <a:solidFill>
              <a:srgbClr val="C997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097280"/>
            <a:ext cx="1828800" cy="2377440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1234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DEACONS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46904" y="1920240"/>
            <a:ext cx="1188720" cy="0"/>
          </a:xfrm>
          <a:prstGeom prst="line">
            <a:avLst/>
          </a:prstGeom>
          <a:noFill/>
          <a:ln w="19050">
            <a:solidFill>
              <a:srgbClr val="C997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2011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Resources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55664" y="2286000"/>
            <a:ext cx="256032" cy="0"/>
          </a:xfrm>
          <a:prstGeom prst="line">
            <a:avLst/>
          </a:prstGeom>
          <a:noFill/>
          <a:ln w="25400">
            <a:solidFill>
              <a:srgbClr val="C997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11696" y="1097280"/>
            <a:ext cx="1828800" cy="2377440"/>
          </a:xfrm>
          <a:prstGeom prst="rect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11696" y="1234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JUDGES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31736" y="1920240"/>
            <a:ext cx="1188720" cy="0"/>
          </a:xfrm>
          <a:prstGeom prst="line">
            <a:avLst/>
          </a:prstGeom>
          <a:noFill/>
          <a:ln w="19050">
            <a:solidFill>
              <a:srgbClr val="C997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2011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Righteousness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Counsel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3931920" cy="594360"/>
          </a:xfrm>
          <a:prstGeom prst="rect">
            <a:avLst/>
          </a:prstGeom>
          <a:solidFill>
            <a:srgbClr val="F2EDE4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03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COUNCIL = Bishops + Apostles (not a separate branch)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3931920" cy="594360"/>
          </a:xfrm>
          <a:prstGeom prst="rect">
            <a:avLst/>
          </a:prstGeom>
          <a:solidFill>
            <a:srgbClr val="F2EDE4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703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belongs to one or more departments within a branch.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1214"/>
          </a:solidFill>
          <a:ln w="12700">
            <a:solidFill>
              <a:srgbClr val="2A12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BISHOPS BRANCH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Oversight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82296" cy="1508760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Bishop Tazayawan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Angeles, 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1430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43000"/>
            <a:ext cx="82296" cy="1508760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801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Bishop Yahzeqel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Detroit, MI  ·  Macon, GA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0299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Campuses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80360"/>
            <a:ext cx="82296" cy="1508760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175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Bishop Banayah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7673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Liaison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8803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880360"/>
            <a:ext cx="82296" cy="1508760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0175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Bishop Izar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3429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7673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Liaison  +  Maintenance Lead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Committee with Apostles: SCICA Summit  —  Leads: Bishop Tazayawan + Apostle Yashami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APOSTLES BRANCH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 &amp; Teaching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Apostles: Ash Napash  ·  Yashami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697480" cy="64008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270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DISCIPLES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Ash Napash, Yashami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24028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sub-groups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82112" y="141732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417320"/>
            <a:ext cx="2697480" cy="64008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270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TBD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Design  ·  Social Media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9904" y="141732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1417320"/>
            <a:ext cx="2697480" cy="64008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5270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9632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Yashami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9632" y="224028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· Videography · Photography · Camera &amp; Lights · A/V · Stage Production · Art · PARADOX (team)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46504" y="3200400"/>
            <a:ext cx="269748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746504" y="3200400"/>
            <a:ext cx="2697480" cy="64008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56232" y="33101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56232" y="3721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Shamar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56232" y="4023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Brew  ·  Newsletter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0016" y="3200400"/>
            <a:ext cx="2697480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0016" y="3200400"/>
            <a:ext cx="2697480" cy="64008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9744" y="33101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YOUTH DEVELOPMENT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9744" y="3721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Tazayawan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9744" y="4023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T.E.L.A. · Jr Disciples · Little Lions · Maiden Ewe Academy · Naqam Fresh · Naqam Varsity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DEACONS BRANCH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&amp; Resources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Deacons: Kahan  ·  Kabash  ·  Kanash  ·  Ahman  ·  Rakab  ·  Shamar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1920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44752"/>
            <a:ext cx="64008" cy="1024128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361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 (Community Building)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" y="20665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Multiple leads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42032" y="1444752"/>
            <a:ext cx="1920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2032" y="1444752"/>
            <a:ext cx="64008" cy="1024128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15361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Clerical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70048" y="20665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Kabash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1444752"/>
            <a:ext cx="1920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1444752"/>
            <a:ext cx="64008" cy="1024128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5361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0665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Kawan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11696" y="1444752"/>
            <a:ext cx="1920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11696" y="1444752"/>
            <a:ext cx="64008" cy="1024128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15361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E.R.T.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9712" y="20665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Kanash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578608"/>
            <a:ext cx="1920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578608"/>
            <a:ext cx="64008" cy="1024128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26700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Fellowship &amp; Service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Kahan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42032" y="2578608"/>
            <a:ext cx="1920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42032" y="2578608"/>
            <a:ext cx="64008" cy="1024128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70048" y="26700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70048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Marayam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26864" y="2578608"/>
            <a:ext cx="1920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26864" y="2578608"/>
            <a:ext cx="64008" cy="1024128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6700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Health &amp; Healing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TBD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11696" y="2578608"/>
            <a:ext cx="1920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11696" y="2578608"/>
            <a:ext cx="64008" cy="1024128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9712" y="26700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39712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Shahad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712464"/>
            <a:ext cx="1920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712464"/>
            <a:ext cx="64008" cy="1024128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" y="380390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5216" y="43342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Rakab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42032" y="3712464"/>
            <a:ext cx="1920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42032" y="3712464"/>
            <a:ext cx="64008" cy="1024128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70048" y="380390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Arts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670048" y="43342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Kabash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26864" y="3712464"/>
            <a:ext cx="1920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26864" y="3712464"/>
            <a:ext cx="64008" cy="1024128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80390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54880" y="43342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Ahman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11696" y="3712464"/>
            <a:ext cx="1920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11696" y="3712464"/>
            <a:ext cx="64008" cy="1024128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39712" y="380390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 &amp; Attire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39712" y="43342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Kanash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JUDGES BRANCH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Righteousness &amp; Counsel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931920" cy="64008"/>
          </a:xfrm>
          <a:prstGeom prst="rect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4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COUNSELING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Leads: Tazayawan + Yashami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Tazayawan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7249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Yahzeqel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0723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BanaYah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419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Izar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767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Ash Napash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114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Yashami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051560"/>
            <a:ext cx="4206240" cy="64008"/>
          </a:xfrm>
          <a:prstGeom prst="rect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4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MINISTRIES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36592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Oversight: Bishops + Apostles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36592" y="2084832"/>
            <a:ext cx="3886200" cy="429768"/>
          </a:xfrm>
          <a:prstGeom prst="rect">
            <a:avLst/>
          </a:prstGeom>
          <a:solidFill>
            <a:srgbClr val="FAF8F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12140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Sanhedrin  </a:t>
            </a:r>
            <a:pPr algn="l" indent="0" marL="0">
              <a:buNone/>
            </a:pPr>
            <a:r>
              <a:rPr lang="en-US" sz="10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Committee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36592" y="2606040"/>
            <a:ext cx="3886200" cy="429768"/>
          </a:xfrm>
          <a:prstGeom prst="rect">
            <a:avLst/>
          </a:prstGeom>
          <a:solidFill>
            <a:srgbClr val="FAF8F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64261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 Ministry  </a:t>
            </a:r>
            <a:pPr algn="l" indent="0" marL="0">
              <a:buNone/>
            </a:pPr>
            <a:r>
              <a:rPr lang="en-US" sz="10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BanaYah / Apostles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36592" y="3127248"/>
            <a:ext cx="3886200" cy="429768"/>
          </a:xfrm>
          <a:prstGeom prst="rect">
            <a:avLst/>
          </a:prstGeom>
          <a:solidFill>
            <a:srgbClr val="FAF8F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16382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Ministry  </a:t>
            </a:r>
            <a:pPr algn="l" indent="0" marL="0">
              <a:buNone/>
            </a:pPr>
            <a:r>
              <a:rPr lang="en-US" sz="10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BanaYah / Apostles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36592" y="3648456"/>
            <a:ext cx="3886200" cy="429768"/>
          </a:xfrm>
          <a:prstGeom prst="rect">
            <a:avLst/>
          </a:prstGeom>
          <a:solidFill>
            <a:srgbClr val="FAF8F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68503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Prison Ministry  </a:t>
            </a:r>
            <a:pPr algn="l" indent="0" marL="0">
              <a:buNone/>
            </a:pPr>
            <a:r>
              <a:rPr lang="en-US" sz="10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BanaYah / Apostles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36592" y="4169664"/>
            <a:ext cx="3886200" cy="429768"/>
          </a:xfrm>
          <a:prstGeom prst="rect">
            <a:avLst/>
          </a:prstGeom>
          <a:solidFill>
            <a:srgbClr val="FAF8F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2062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 — Sword of the Word  </a:t>
            </a:r>
            <a:pPr algn="l" indent="0" marL="0">
              <a:buNone/>
            </a:pPr>
            <a:r>
              <a:rPr lang="en-US" sz="10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Marayam, asst Qawalyah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C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C9972C">
              <a:alpha val="13000"/>
            </a:srgbClr>
          </a:solidFill>
          <a:ln w="12700">
            <a:solidFill>
              <a:srgbClr val="C9972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914400"/>
            <a:ext cx="2743200" cy="2743200"/>
          </a:xfrm>
          <a:prstGeom prst="ellipse">
            <a:avLst/>
          </a:prstGeom>
          <a:solidFill>
            <a:srgbClr val="C9972C">
              <a:alpha val="13000"/>
            </a:srgbClr>
          </a:solidFill>
          <a:ln w="12700">
            <a:solidFill>
              <a:srgbClr val="C9972C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100" kern="0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PROFILE SETUP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2ED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your intranet profile to connect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2ED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your community — it takes about 5 minutes.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YOUR PROFILE?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64008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IS: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64792"/>
            <a:ext cx="128016" cy="128016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6420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identity card on the True Nation intranet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28016" cy="128016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6829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your @truenation.org account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128016" cy="128016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7238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leadership and staff in the directory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128016" cy="128016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764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connect you to the right teams and events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1051560"/>
            <a:ext cx="4206240" cy="3749040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051560"/>
            <a:ext cx="4206240" cy="64008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719072"/>
            <a:ext cx="128016" cy="128016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645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@truenation.org email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(sign in first)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128016" cy="128016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3500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yourself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 your profile picture)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3127248"/>
            <a:ext cx="128016" cy="128016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05409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 info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 + phone number)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831336"/>
            <a:ext cx="128016" cy="128016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75818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minutes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(that's all it takes)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PROFILE SETUP  ·  STEPS 1–3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70432" y="1097280"/>
            <a:ext cx="1097280" cy="1097280"/>
          </a:xfrm>
          <a:prstGeom prst="ellipse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9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Legal &amp; Hebrew Name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944368"/>
            <a:ext cx="1600200" cy="0"/>
          </a:xfrm>
          <a:prstGeom prst="line">
            <a:avLst/>
          </a:prstGeom>
          <a:noFill/>
          <a:ln w="19050">
            <a:solidFill>
              <a:srgbClr val="C997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full legal first and last name, plus your Hebrew name if you have 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50792" y="1097280"/>
            <a:ext cx="1097280" cy="1097280"/>
          </a:xfrm>
          <a:prstGeom prst="ellipse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0792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9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46120" y="23774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Gender &amp; Location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94760" y="2944368"/>
            <a:ext cx="1600200" cy="0"/>
          </a:xfrm>
          <a:prstGeom prst="line">
            <a:avLst/>
          </a:prstGeom>
          <a:noFill/>
          <a:ln w="19050">
            <a:solidFill>
              <a:srgbClr val="C99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063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gender and your home campus / location.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31152" y="1097280"/>
            <a:ext cx="1097280" cy="1097280"/>
          </a:xfrm>
          <a:prstGeom prst="ellipse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9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126480" y="23774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Emergency Contact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2944368"/>
            <a:ext cx="1600200" cy="0"/>
          </a:xfrm>
          <a:prstGeom prst="line">
            <a:avLst/>
          </a:prstGeom>
          <a:noFill/>
          <a:ln w="19050">
            <a:solidFill>
              <a:srgbClr val="C997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063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secondary emergency contact — their name and phone number.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– 3 of 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PROFILE SETUP  ·  STEPS 4–6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70432" y="1097280"/>
            <a:ext cx="1097280" cy="1097280"/>
          </a:xfrm>
          <a:prstGeom prst="ellipse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9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&amp; Ministries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944368"/>
            <a:ext cx="1600200" cy="0"/>
          </a:xfrm>
          <a:prstGeom prst="line">
            <a:avLst/>
          </a:prstGeom>
          <a:noFill/>
          <a:ln w="19050">
            <a:solidFill>
              <a:srgbClr val="C997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select your skills and the ministry areas that interest you. Choose as many as apply.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50792" y="1097280"/>
            <a:ext cx="1097280" cy="1097280"/>
          </a:xfrm>
          <a:prstGeom prst="ellipse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0792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9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46120" y="23774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Family Members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94760" y="2944368"/>
            <a:ext cx="1600200" cy="0"/>
          </a:xfrm>
          <a:prstGeom prst="line">
            <a:avLst/>
          </a:prstGeom>
          <a:noFill/>
          <a:ln w="19050">
            <a:solidFill>
              <a:srgbClr val="C99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063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names of family members who also attend True Nation.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31152" y="1097280"/>
            <a:ext cx="1097280" cy="1097280"/>
          </a:xfrm>
          <a:prstGeom prst="ellipse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9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126480" y="23774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Profile Photo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2944368"/>
            <a:ext cx="1600200" cy="0"/>
          </a:xfrm>
          <a:prstGeom prst="line">
            <a:avLst/>
          </a:prstGeom>
          <a:noFill/>
          <a:ln w="19050">
            <a:solidFill>
              <a:srgbClr val="C997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063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clear photo of yourself — this will appear in the staff directory.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 – 6 of 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 YOU SUBMIT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happens automatically: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658368" cy="868680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52728" y="1508760"/>
            <a:ext cx="7406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5819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Profile Saved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information is written to the True Nation staff directory instantly.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658368" cy="868680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0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52728" y="2560320"/>
            <a:ext cx="7406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6334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Notified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01752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 team receives an automatic notification that your profile is complete.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611880"/>
            <a:ext cx="658368" cy="868680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11880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52728" y="3611880"/>
            <a:ext cx="7406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6850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You're in the Directory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06908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and profile appear for leadership and staff to find you in the intranet.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IT — Shahad (IT Lead)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C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11480"/>
            <a:ext cx="3977640" cy="3977640"/>
          </a:xfrm>
          <a:prstGeom prst="rect">
            <a:avLst/>
          </a:prstGeom>
          <a:solidFill>
            <a:srgbClr val="FAF8F4"/>
          </a:solidFill>
          <a:ln w="25400">
            <a:solidFill>
              <a:srgbClr val="C9972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370332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4572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200" kern="0" dirty="0">
                <a:solidFill>
                  <a:srgbClr val="F2E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663440" y="1417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complete your profile: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965960"/>
            <a:ext cx="4114800" cy="457200"/>
          </a:xfrm>
          <a:prstGeom prst="rect">
            <a:avLst/>
          </a:prstGeom>
          <a:solidFill>
            <a:srgbClr val="2A1214"/>
          </a:solidFill>
          <a:ln w="12700">
            <a:solidFill>
              <a:srgbClr val="2A12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truenation.vercel.app/setup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39319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IT for help: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Shahad — IT Department Lead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 Your Family &amp; Get Set Up</dc:title>
  <dc:subject>PptxGenJS Presentation</dc:subject>
  <dc:creator>True Nation Israelite Congregation</dc:creator>
  <cp:lastModifiedBy>True Nation Israelite Congregation</cp:lastModifiedBy>
  <cp:revision>1</cp:revision>
  <dcterms:created xsi:type="dcterms:W3CDTF">2026-06-05T07:15:57Z</dcterms:created>
  <dcterms:modified xsi:type="dcterms:W3CDTF">2026-06-05T07:15:57Z</dcterms:modified>
</cp:coreProperties>
</file>